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TUYA-CONVERT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Liberating Smart Home Devices from the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Address security vulnerabilities in Tuya's cloud-connected smart home devices</a:t>
            </a:r>
          </a:p>
          <a:p>
            <a:pPr>
              <a:spcBef>
                <a:spcPts val="1200"/>
              </a:spcBef>
              <a:defRPr sz="2000"/>
            </a:pPr>
            <a:r>
              <a:t>Free devices from mandatory cloud dependency and proprietary firmware</a:t>
            </a:r>
          </a:p>
          <a:p>
            <a:pPr>
              <a:spcBef>
                <a:spcPts val="1200"/>
              </a:spcBef>
              <a:defRPr sz="2000"/>
            </a:pPr>
            <a:r>
              <a:t>Enable users to flash alternative open-source firmware without soldering</a:t>
            </a:r>
          </a:p>
          <a:p>
            <a:pPr>
              <a:spcBef>
                <a:spcPts val="1200"/>
              </a:spcBef>
              <a:defRPr sz="2000"/>
            </a:pPr>
            <a:r>
              <a:t>Provide an accessible solution for DIY smart home enthusiasts</a:t>
            </a:r>
          </a:p>
          <a:p>
            <a:pPr>
              <a:spcBef>
                <a:spcPts val="1200"/>
              </a:spcBef>
              <a:defRPr sz="2000"/>
            </a:pPr>
            <a:r>
              <a:t>Build on security research by VTRUST, presented at 35C3 conference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Provide Over-The-Air (OTA) flashing for ESP8266/85-based Tuya devices</a:t>
            </a:r>
          </a:p>
          <a:p>
            <a:pPr>
              <a:spcBef>
                <a:spcPts val="1200"/>
              </a:spcBef>
              <a:defRPr sz="2000"/>
            </a:pPr>
            <a:r>
              <a:t>Enable installation of alternative firmwares (Tasmota, ESPurna, etc.)</a:t>
            </a:r>
          </a:p>
          <a:p>
            <a:pPr>
              <a:spcBef>
                <a:spcPts val="1200"/>
              </a:spcBef>
              <a:defRPr sz="2000"/>
            </a:pPr>
            <a:r>
              <a:t>Create automatic backups of original firmware before flashing</a:t>
            </a:r>
          </a:p>
          <a:p>
            <a:pPr>
              <a:spcBef>
                <a:spcPts val="1200"/>
              </a:spcBef>
              <a:defRPr sz="2000"/>
            </a:pPr>
            <a:r>
              <a:t>Build a community-maintained database of compatible devices</a:t>
            </a:r>
          </a:p>
          <a:p>
            <a:pPr>
              <a:spcBef>
                <a:spcPts val="1200"/>
              </a:spcBef>
              <a:defRPr sz="2000"/>
            </a:pPr>
            <a:r>
              <a:t>Support cross-platform deployment (Raspberry Pi, Linux, Docker)</a:t>
            </a:r>
          </a:p>
          <a:p>
            <a:pPr>
              <a:spcBef>
                <a:spcPts val="1200"/>
              </a:spcBef>
              <a:defRPr sz="2000"/>
            </a:pPr>
            <a:r>
              <a:t>Maintain compatibility despite manufacturer firmware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